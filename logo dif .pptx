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22" r:id="rId4"/>
    <p:sldId id="280" r:id="rId5"/>
    <p:sldId id="281" r:id="rId6"/>
  </p:sldIdLst>
  <p:sldSz cx="9144000" cy="5143500" type="screen16x9"/>
  <p:notesSz cx="6858000" cy="9144000"/>
  <p:embeddedFontLst>
    <p:embeddedFont>
      <p:font typeface="Poppins ExtraBold" panose="00000900000000000000" pitchFamily="2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X+S8GghCpMlbzGm6PIFU0Tf72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D35E21-86AF-4CCC-8198-A40CF681B2DB}">
  <a:tblStyle styleId="{D4D35E21-86AF-4CCC-8198-A40CF681B2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354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15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8234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4462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244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28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2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/>
        </p:nvSpPr>
        <p:spPr>
          <a:xfrm>
            <a:off x="2530500" y="1961777"/>
            <a:ext cx="4083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s-MX" sz="5100" b="0" i="0" u="none" strike="noStrike" cap="none" dirty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Gracias</a:t>
            </a:r>
            <a:endParaRPr sz="5100" b="0" i="0" u="none" strike="noStrike" cap="none" dirty="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4">
            <a:alphaModFix amt="48000"/>
          </a:blip>
          <a:srcRect/>
          <a:stretch/>
        </p:blipFill>
        <p:spPr>
          <a:xfrm rot="10800000">
            <a:off x="3300374" y="3006550"/>
            <a:ext cx="2543251" cy="1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"/>
          <p:cNvPicPr preferRelativeResize="0"/>
          <p:nvPr/>
        </p:nvPicPr>
        <p:blipFill rotWithShape="1">
          <a:blip r:embed="rId4">
            <a:alphaModFix amt="48000"/>
          </a:blip>
          <a:srcRect/>
          <a:stretch/>
        </p:blipFill>
        <p:spPr>
          <a:xfrm>
            <a:off x="3300374" y="1677975"/>
            <a:ext cx="2543251" cy="1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</Words>
  <Application>Microsoft Office PowerPoint</Application>
  <PresentationFormat>Presentación en pantalla (16:9)</PresentationFormat>
  <Paragraphs>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Poppins ExtraBold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Alvarez Rodriguez Miguelangel de Jesus</dc:creator>
  <cp:lastModifiedBy>Alma Noemi Ramirez Jimenez</cp:lastModifiedBy>
  <cp:revision>17</cp:revision>
  <dcterms:modified xsi:type="dcterms:W3CDTF">2026-04-29T15:32:29Z</dcterms:modified>
</cp:coreProperties>
</file>